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731520"/>
            <a:ext cx="2286000" cy="2286000"/>
          </a:xfrm>
          <a:prstGeom prst="ellipse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457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MusicBot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Intelligent sur la Musique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0632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2D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63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</a:rPr>
              <a:t>LangChain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30632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2D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063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</a:rPr>
              <a:t>Groq LLaMA3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2D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063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</a:rPr>
              <a:t>ChromaDB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0632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2D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63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</a:rPr>
              <a:t>Gradio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Projet IA Générative (LLM)  •  Option 1 : RAG Simple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Problématique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2E"/>
                </a:solidFill>
              </a:rPr>
              <a:t>Hallucinations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Le modèle génère des informations fausses avec un haut niveau de confiance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2E"/>
                </a:solidFill>
              </a:rPr>
              <a:t>Manque de contexte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Les connaissances sont figées à la date d'entraînement du modèle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2E"/>
                </a:solidFill>
              </a:rPr>
              <a:t>Absence de spécialisation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Inadaptation aux domaines techniques ou données privées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297680"/>
            <a:ext cx="54864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297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✅  Solution → Technique RAG (Retrieval-Augmented Generation)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C'est quoi le RAG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Question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Utilisateur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1627632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18872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de la question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627632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18872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Recherche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Sémantique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0520" y="1627632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18872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Chunks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Pertinents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1627632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118872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+ Contexte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86600" y="1627632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118872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5236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Réponse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DE9FE"/>
                </a:solidFill>
              </a:rPr>
              <a:t>Finale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2D1B5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32918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RAG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injecte des documents pertinents dans le prompt du LLM.
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Résultat : </a:t>
            </a:r>
            <a:pPr indent="0" marL="0">
              <a:buNone/>
            </a:pPr>
            <a:r>
              <a:rPr lang="en-US" sz="1300" dirty="0">
                <a:solidFill>
                  <a:srgbClr val="EDE9FE"/>
                </a:solidFill>
              </a:rPr>
              <a:t>moins d'hallucinations, réponses spécialisées et à jour.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🏗️ Architecture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572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Chargement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4 fichiers 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sur la musique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51560"/>
            <a:ext cx="4572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5087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Chunking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500 chars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overlap 50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051560"/>
            <a:ext cx="4572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5087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Embeddings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all-MiniLM-L6-v2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384 dimensions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4572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ChromaDB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Stockage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vectoriel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0896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743200"/>
            <a:ext cx="4572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57600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Recherche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Top-3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par similarité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2743200"/>
            <a:ext cx="4572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92240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Génération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LLaMA3-8B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via Groq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Technologies Utilisées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Langage principal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9728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34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LangChain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Framework RAG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9728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234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Groq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LLM ultra-rapide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097280"/>
            <a:ext cx="19202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LLaMA3-8B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Modèle de langage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1920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ChromaDB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Base vectorielle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83464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2834640"/>
            <a:ext cx="19202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HuggingFace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Embeddings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83464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834640"/>
            <a:ext cx="19202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Interface utilisateur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2834640"/>
            <a:ext cx="1920240" cy="1463040"/>
          </a:xfrm>
          <a:prstGeom prst="rect">
            <a:avLst/>
          </a:prstGeom>
          <a:solidFill>
            <a:srgbClr val="1E0A3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2834640"/>
            <a:ext cx="1920240" cy="6400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python-dotenv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Sécurité API Key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Base de Connaissances Musicale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histoire_musique.txt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De l'Antiquité à nos jours : baroque, classique, romantique, moderne...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1234440"/>
            <a:ext cx="1005840" cy="32004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4.4 KB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genres_musicaux.txt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3957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Jazz, Blues, Rock, Pop, Hip-Hop, Électronique, Reggae, Soul, Latine...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89520" y="2194560"/>
            <a:ext cx="1005840" cy="32004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194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4.7 KB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artistes_celebres.txt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3558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Michael Jackson, Beatles, Mozart, Beethoven, Beyoncé, Eminem...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0" y="3154680"/>
            <a:ext cx="1005840" cy="32004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5.0 KB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3192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319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musique_arabe.txt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3159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Oum Kalthoum, Raï algérien, Malouf tunisien, Musique soufie...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0" y="4114800"/>
            <a:ext cx="1005840" cy="32004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4.6 KB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Total : 4 documents  •  61 chunks  •  ~18.7 KB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Démonstration Live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0F0520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🎵 MusicBot — Assistant Musical Intelligent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👤  Qui est Michael Jackson 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2D1B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502920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9FE"/>
                </a:solidFill>
              </a:rPr>
              <a:t>🤖  Michael Jackson est le Roi de la Pop. Son album Thriller est le plus vendu de l'histoire avec 66M de copies...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0" y="310896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👤  Parle moi d'Oum Kalthoum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2D1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502920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9FE"/>
                </a:solidFill>
              </a:rPr>
              <a:t>🤖  Oum Kalthoum est surnommée l'Astre de l'Orient. Ses concerts duraient parfois plus de 4 heures...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Résultats &amp; Limites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Points Positifs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3931920" cy="53035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✓  Système RAG fonctionnel et stable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3931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✓  Réponses pertinentes et précises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3931920" cy="53035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✓  Interface intuitive avec Gradio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27832"/>
            <a:ext cx="3931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✓  Zéro hallucination sur les sujets couverts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822192"/>
            <a:ext cx="3931920" cy="53035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✓  Réponses rapides grâce à Groq (&lt; 3 sec)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Limites Actuelles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444752"/>
            <a:ext cx="3931920" cy="53035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⚠  Base de connaissances limitée (4 docs)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039112"/>
            <a:ext cx="3931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⚠  Pas de mémoire conversationnelle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633472"/>
            <a:ext cx="3931920" cy="53035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⚠  Chunking fixe (pas adaptatif)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227832"/>
            <a:ext cx="3931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⚠  Dépendance à la connexion internet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22192"/>
            <a:ext cx="3931920" cy="53035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⚠  Réponses hors sujet si non documenté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🏁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234440"/>
            <a:ext cx="6400800" cy="566928"/>
          </a:xfrm>
          <a:prstGeom prst="rect">
            <a:avLst/>
          </a:prstGeom>
          <a:solidFill>
            <a:srgbClr val="2D1B5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25272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Système RAG fonctionnel basé sur LangChain + Groq + ChromaDB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6400800" cy="566928"/>
          </a:xfrm>
          <a:prstGeom prst="rect">
            <a:avLst/>
          </a:prstGeom>
          <a:solidFill>
            <a:srgbClr val="2D1B5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93852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🎵  Chatbot spécialisé sur la musique avec base de connaissances dédiée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606040"/>
            <a:ext cx="6400800" cy="566928"/>
          </a:xfrm>
          <a:prstGeom prst="rect">
            <a:avLst/>
          </a:prstGeom>
          <a:solidFill>
            <a:srgbClr val="2D1B5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62432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🧠  Maîtrise des concepts : embeddings, bases vectorielles, chaînes LLM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291840"/>
            <a:ext cx="6400800" cy="566928"/>
          </a:xfrm>
          <a:prstGeom prst="rect">
            <a:avLst/>
          </a:prstGeom>
          <a:solidFill>
            <a:srgbClr val="2D1B5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331012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🚀  Interface Gradio intuitive et professionnelle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🔮  Améliorations futures : Mémoire conversationnelle  •  Recherche hybride  •  Upload de documents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Merci pour votre attention  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MusicBot RAG</dc:title>
  <dc:subject>PptxGenJS Presentation</dc:subject>
  <dc:creator>PptxGenJS</dc:creator>
  <cp:lastModifiedBy>PptxGenJS</cp:lastModifiedBy>
  <cp:revision>1</cp:revision>
  <dcterms:created xsi:type="dcterms:W3CDTF">2026-05-20T21:17:12Z</dcterms:created>
  <dcterms:modified xsi:type="dcterms:W3CDTF">2026-05-20T21:17:12Z</dcterms:modified>
</cp:coreProperties>
</file>